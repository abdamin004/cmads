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Today I'll briefly cover three things:</a:t>
            </a:r>
          </a:p>
          <a:p>
            <a:r>
              <a:t>one, the methodology I settled on; two, the results on 270 verified patients;</a:t>
            </a:r>
          </a:p>
          <a:p>
            <a:r>
              <a:t>three, a head-to-head comparison between a large general model and a</a:t>
            </a:r>
          </a:p>
          <a:p>
            <a:r>
              <a:t>medical-fine-tuned model that I finished last week. Target: three minutes.</a:t>
            </a:r>
          </a:p>
          <a:p>
            <a:r>
              <a:t>The research question is whether a coordinated group of specialised LLM</a:t>
            </a:r>
          </a:p>
          <a:p>
            <a:r>
              <a:t>agents can replicate clinical reasoning given only structured EHR and lab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thesis contribution: seven agents orchestrated with LangGraph,</a:t>
            </a:r>
          </a:p>
          <a:p>
            <a:r>
              <a:t>reading and writing a single shared TypedDict state.</a:t>
            </a:r>
          </a:p>
          <a:p>
            <a:r>
              <a:t>Stage one — EHR Analyst and Lab Interpreter — fans out in parallel from the</a:t>
            </a:r>
          </a:p>
          <a:p>
            <a:r>
              <a:t>start node; merge reducers on the state channel prevent them from overwriting</a:t>
            </a:r>
          </a:p>
          <a:p>
            <a:r>
              <a:t>each other.</a:t>
            </a:r>
          </a:p>
          <a:p>
            <a:r>
              <a:t>Stage two, Diagnostic Reasoning, runs an adaptive self-critique loop: it</a:t>
            </a:r>
          </a:p>
          <a:p>
            <a:r>
              <a:t>generates a differential, critiques itself, and refines up to three rounds,</a:t>
            </a:r>
          </a:p>
          <a:p>
            <a:r>
              <a:t>stopping early when confidence crosses seventy-five.</a:t>
            </a:r>
          </a:p>
          <a:p>
            <a:r>
              <a:t>Stage three, the Clinical Reviewer, provides an independent second opinion —</a:t>
            </a:r>
          </a:p>
          <a:p>
            <a:r>
              <a:t>per-diagnosis CONFIRM, MODIFY, or REJECT verdicts.</a:t>
            </a:r>
          </a:p>
          <a:p>
            <a:r>
              <a:t>Stage four, the Refiner, merges both perspectives into the final differential.</a:t>
            </a:r>
          </a:p>
          <a:p>
            <a:r>
              <a:t>Stage five is LLM-as-judge evaluation against Synthea ground truth.</a:t>
            </a:r>
          </a:p>
          <a:p>
            <a:r>
              <a:t>Stage six, Treatment Planning, fires only on DIRECT matches and retrieves</a:t>
            </a:r>
          </a:p>
          <a:p>
            <a:r>
              <a:t>NICE guideline passages from Qdrant.</a:t>
            </a:r>
          </a:p>
          <a:p>
            <a:r>
              <a:t>Every agent follows the same five-component blueprint shown at the bottom —</a:t>
            </a:r>
          </a:p>
          <a:p>
            <a:r>
              <a:t>input gate, prompt, LLM, parse, output gate — which is what makes the pipeline</a:t>
            </a:r>
          </a:p>
          <a:p>
            <a:r>
              <a:t>config-driven and any single agent independently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actual numbers across all one hundred sixty patients that have</a:t>
            </a:r>
          </a:p>
          <a:p>
            <a:r>
              <a:t>been run through the pipeline so far. Seventy-four percent DIRECT match —</a:t>
            </a:r>
          </a:p>
          <a:p>
            <a:r>
              <a:t>118 out of 160 — and an eighty-eight percent found rate if we include INDIRECT</a:t>
            </a:r>
          </a:p>
          <a:p>
            <a:r>
              <a:t>matches. When the system finds the right disease, sixty percent of the time</a:t>
            </a:r>
          </a:p>
          <a:p>
            <a:r>
              <a:t>it lands at rank one.</a:t>
            </a:r>
          </a:p>
          <a:p>
            <a:r>
              <a:t>The per-disease picture shows the improvements from the last two iterations:</a:t>
            </a:r>
          </a:p>
          <a:p>
            <a:r>
              <a:t>metabolic syndrome, which was zero on the early fifty-patient run, is now at</a:t>
            </a:r>
          </a:p>
          <a:p>
            <a:r>
              <a:t>ninety-one percent DIRECT after composite-diagnosis prompt tuning. Ischemic</a:t>
            </a:r>
          </a:p>
          <a:p>
            <a:r>
              <a:t>heart disease went from zero to seventy-three percent after rebalancing how</a:t>
            </a:r>
          </a:p>
          <a:p>
            <a:r>
              <a:t>the Diagnostic agent weighs EHR history against dominant renal labs.</a:t>
            </a:r>
          </a:p>
          <a:p>
            <a:r>
              <a:t>ESRD at eighty percent DIRECT with fifty-one patients is the strongest signal.</a:t>
            </a:r>
          </a:p>
          <a:p>
            <a:r>
              <a:t>The categories with smallest n — CHF and CKD stage 2 — are the ones to expand</a:t>
            </a:r>
          </a:p>
          <a:p>
            <a:r>
              <a:t>before the thesis writeup.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experiment I finished most recently. I ran the same 20 patients</a:t>
            </a:r>
          </a:p>
          <a:p>
            <a:r>
              <a:t>through the same pipeline twice, changing only the LLM, and evaluated both</a:t>
            </a:r>
          </a:p>
          <a:p>
            <a:r>
              <a:t>with Qwen3 32B as a neutral judge.</a:t>
            </a:r>
          </a:p>
          <a:p>
            <a:r>
              <a:t>GPT-OSS wins 50 to 25 percent on DIRECT matches, and eight to two head-to-head.</a:t>
            </a:r>
          </a:p>
          <a:p>
            <a:r>
              <a:t>The most interesting finding is point three: when Med42 evaluated its own</a:t>
            </a:r>
          </a:p>
          <a:p>
            <a:r>
              <a:t>output it scored itself at 45 percent, but under the neutral judge it dropped</a:t>
            </a:r>
          </a:p>
          <a:p>
            <a:r>
              <a:t>to 25 percent. That is a methodological result worth keeping — any</a:t>
            </a:r>
          </a:p>
          <a:p>
            <a:r>
              <a:t>self-evaluation number in this domain is untrustworthy.</a:t>
            </a:r>
          </a:p>
          <a:p>
            <a:r>
              <a:t>Med42's medical fine-tuning does help on simple vitals-based conditions like</a:t>
            </a:r>
          </a:p>
          <a:p>
            <a:r>
              <a:t>hypertension, and it costs zero dollars, but at thirteen times the wall-clock.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you asked for a multi-level memory system so the agents could share</a:t>
            </a:r>
          </a:p>
          <a:p>
            <a:r>
              <a:t>session context, not only their final JSON outputs. This is the implementation.</a:t>
            </a:r>
          </a:p>
          <a:p>
            <a:r>
              <a:t>Four tiers — working, episodic, semantic, procedural — inspired by the CoALA</a:t>
            </a:r>
          </a:p>
          <a:p>
            <a:r>
              <a:t>cognitive-architecture paper but specialised to this clinical workflow.</a:t>
            </a:r>
          </a:p>
          <a:p>
            <a:r>
              <a:t>Working memory is per-agent scratch, used by the Diagnostic agent to track its</a:t>
            </a:r>
          </a:p>
          <a:p>
            <a:r>
              <a:t>own confidence trajectory across critique rounds. Episodic is a typed timeline</a:t>
            </a:r>
          </a:p>
          <a:p>
            <a:r>
              <a:t>of decisions and confidence checks the Reviewer and Refiner can read so they</a:t>
            </a:r>
          </a:p>
          <a:p>
            <a:r>
              <a:t>reason about the path to the diagnosis, not only the diagnosis. Semantic is a</a:t>
            </a:r>
          </a:p>
          <a:p>
            <a:r>
              <a:t>small JSON file on disk that accumulates per-disease statistics across runs;</a:t>
            </a:r>
          </a:p>
          <a:p>
            <a:r>
              <a:t>a new Stage seven, Memory Consolidation, writes into it after every patient.</a:t>
            </a:r>
          </a:p>
          <a:p>
            <a:r>
              <a:t>Procedural is the existing NICE guidelines via Qdrant, now exposed through the</a:t>
            </a:r>
          </a:p>
          <a:p>
            <a:r>
              <a:t>same uniform API.</a:t>
            </a:r>
          </a:p>
          <a:p>
            <a:r>
              <a:t>The whole subsystem is gated by a single MEMORY_ENABLED flag, which is how</a:t>
            </a:r>
          </a:p>
          <a:p>
            <a:r>
              <a:t>the before-and-after run on Batch 4 stays clean. The two 20-patient runs are</a:t>
            </a:r>
          </a:p>
          <a:p>
            <a:r>
              <a:t>queued; numbers go in the empty cells before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summarise. The seven-agent LangGraph pipeline is stable and reproducible.</a:t>
            </a:r>
          </a:p>
          <a:p>
            <a:r>
              <a:t>One hundred sixty of the two hundred seventy verified patients have been run</a:t>
            </a:r>
          </a:p>
          <a:p>
            <a:r>
              <a:t>end-to-end with seventy-four percent DIRECT match and eighty-eight percent</a:t>
            </a:r>
          </a:p>
          <a:p>
            <a:r>
              <a:t>found rate. The model-comparison protocol is validated, and the multi-level</a:t>
            </a:r>
          </a:p>
          <a:p>
            <a:r>
              <a:t>memory feature you requested is wired in, tested, and ready to evaluate.</a:t>
            </a:r>
          </a:p>
          <a:p>
            <a:r>
              <a:t>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BACHELOR THESIS ·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B3A5C"/>
                </a:solidFill>
                <a:latin typeface="Calibri"/>
              </a:rPr>
              <a:t>CMADS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Clinical Multi-Agent Decisioning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4495E"/>
                </a:solidFill>
                <a:latin typeface="Calibri"/>
              </a:rPr>
              <a:t>A LangGraph pipeline for differential diagnosis and NICE-guideline treatment planning on synthetic patients.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2743200" cy="36576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495E"/>
                </a:solidFill>
                <a:latin typeface="Calibri"/>
              </a:rPr>
              <a:t>Presented by  Abdelrahman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Supervisor meeting ·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  <a:latin typeface="Calibri"/>
              </a:rPr>
              <a:t>Agenda   ·   Methodology   ·   Results on 270 patients   ·   Model comparison   ·   Multi-level memory (NEW)   ·  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Multi-Agent Pipeline</a:t>
            </a:r>
          </a:p>
          <a:p>
            <a:r>
              <a:rPr sz="1200" i="1">
                <a:solidFill>
                  <a:srgbClr val="ECF0F1"/>
                </a:solidFill>
                <a:latin typeface="Calibri"/>
              </a:rPr>
              <a:t>7 specialised agents · 6 stages · LangGraph StateGraph · shared TypedDict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5939" y="960120"/>
            <a:ext cx="11599817" cy="50749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99A3A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939" y="2948940"/>
            <a:ext cx="1159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F8C8D"/>
                </a:solidFill>
                <a:latin typeface="Calibri"/>
              </a:rPr>
              <a:t>Insert diagram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39" y="3406140"/>
            <a:ext cx="1159981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  <a:latin typeface="Calibri"/>
              </a:rPr>
              <a:t>agents_block_diagram.svg   ·   .pdf   ·   _hires.png (6400 × 2800)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939" y="3863340"/>
            <a:ext cx="1159981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F8C8D"/>
                </a:solidFill>
                <a:latin typeface="Calibri"/>
              </a:rPr>
              <a:t>Recommended placement: 12.69 in × 5.55 in, top-left at (0.32, 1.05)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126479"/>
            <a:ext cx="11475720" cy="2743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153912"/>
            <a:ext cx="1129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Fan-out at Stage 1   ·   adaptive self-critique at Stage 2   ·   adversarial review at Stage 3   ·   treatment only on DIRECT matches at Stage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CMADS · Bachelor Thesis · Abdelrahman ·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Results — 160-patient cohort</a:t>
            </a:r>
          </a:p>
          <a:p>
            <a:r>
              <a:rPr sz="1200" i="1">
                <a:solidFill>
                  <a:srgbClr val="ECF0F1"/>
                </a:solidFill>
                <a:latin typeface="Calibri"/>
              </a:rPr>
              <a:t>Actual MAS pipeline runs · GPT-OSS 120B via Groq · Qwen3 32B judge · 8 disease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7AE60"/>
                </a:solidFill>
                <a:latin typeface="Calibri"/>
              </a:rPr>
              <a:t>74 %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DIRECT match (118 / 160)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188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B3A5C"/>
                </a:solidFill>
                <a:latin typeface="Calibri"/>
              </a:rPr>
              <a:t>88 %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288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Found rate — DIRECT + INDIRECT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05156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188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Calibri"/>
              </a:rPr>
              <a:t>60 %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8288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Rank-1 placement when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05156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188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35400"/>
                </a:solidFill>
                <a:latin typeface="Calibri"/>
              </a:rPr>
              <a:t>~193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8288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Avg pipeline time / patient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2560320"/>
          <a:ext cx="72237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Disease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INDIRECT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Found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End-stage renal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  <a:latin typeface="Calibri"/>
                        </a:rPr>
                        <a:t>41 · 80 %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Metabolic syndrome X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  <a:latin typeface="Calibri"/>
                        </a:rPr>
                        <a:t>29 · 91 %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Essential hypertension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35400"/>
                          </a:solidFill>
                          <a:latin typeface="Calibri"/>
                        </a:rPr>
                        <a:t>16 · 64 %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Ischemic heart disease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AE60"/>
                          </a:solidFill>
                          <a:latin typeface="Calibri"/>
                        </a:rPr>
                        <a:t>16 · 73 %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CKD stage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35400"/>
                          </a:solidFill>
                          <a:latin typeface="Calibri"/>
                        </a:rPr>
                        <a:t>8 · 57 %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Diabetes mellitus type 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35400"/>
                          </a:solidFill>
                          <a:latin typeface="Calibri"/>
                        </a:rPr>
                        <a:t>4 · 50 %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63 %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Chronic heart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35400"/>
                          </a:solidFill>
                          <a:latin typeface="Calibri"/>
                        </a:rPr>
                        <a:t>3 · 60 %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CKD stage 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 · 33 %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495E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118 · 74 %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772400" y="2560320"/>
            <a:ext cx="4206240" cy="365760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651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6608"/>
                </a:solidFill>
                <a:latin typeface="Calibri"/>
              </a:rPr>
              <a:t>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63240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4495E"/>
                </a:solidFill>
                <a:latin typeface="Calibri"/>
              </a:rPr>
              <a:t>•  ESRD leads at 98 % found · 80 % DIRECT (n=51).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4495E"/>
                </a:solidFill>
                <a:latin typeface="Calibri"/>
              </a:rPr>
              <a:t>•  Metabolic Syndrome solved — 91 % DIRECT (n=32) once composite-dx prompts were tuned.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4495E"/>
                </a:solidFill>
                <a:latin typeface="Calibri"/>
              </a:rPr>
              <a:t>•  IHD jumped from 0 % → 73 % DIRECT after lab-vs-EHR rebalancing.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95E"/>
                </a:solidFill>
                <a:latin typeface="Calibri"/>
              </a:rPr>
              <a:t>•  Hypertension dipped to 64 % DIRECT — more nuanced cases in the expanded cohort.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95E"/>
                </a:solidFill>
                <a:latin typeface="Calibri"/>
              </a:rPr>
              <a:t>•  Smallest cohorts (CHF, CKD-2) have widest confidence intervals — next to expand.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CMADS · Bachelor Thesis · Abdelrahman ·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Model comparison — GPT-OSS 120B vs Med42 70B</a:t>
            </a:r>
          </a:p>
          <a:p>
            <a:r>
              <a:rPr sz="1200" i="1">
                <a:solidFill>
                  <a:srgbClr val="ECF0F1"/>
                </a:solidFill>
                <a:latin typeface="Calibri"/>
              </a:rPr>
              <a:t>20 patients · Batch 4 (seed 42) · same pipeline · same Qwen3 32B judge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6675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40280"/>
                <a:gridCol w="224028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GPT-OSS 120B (Groq)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Med42 70B (Ollama, local)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DIRECT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25 %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Found rate (D + I)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Head-to-head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2   (10 ties)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Avg time per patient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~2 min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~27 min  (13× slower)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Cost per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$0.06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Agent success rate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495E"/>
                          </a:solidFill>
                          <a:latin typeface="Calibri"/>
                        </a:rPr>
                        <a:t>40 – 85 %   (JSON / timeout)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005840"/>
            <a:ext cx="475488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1430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35400"/>
                </a:solidFill>
                <a:latin typeface="Calibri"/>
              </a:rPr>
              <a:t>Four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600200"/>
            <a:ext cx="4526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4495E"/>
                </a:solidFill>
                <a:latin typeface="Calibri"/>
              </a:rPr>
              <a:t>•  1 · General beats medical fine-tune at this size.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95E"/>
                </a:solidFill>
                <a:latin typeface="Calibri"/>
              </a:rPr>
              <a:t>•  GPT-OSS dominates composite diagnoses — Metabolic Syndrome 5/6 vs 1/6.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34495E"/>
                </a:solidFill>
                <a:latin typeface="Calibri"/>
              </a:rPr>
              <a:t>•  2 · Med42 edges ahead on plain hypertension.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95E"/>
                </a:solidFill>
                <a:latin typeface="Calibri"/>
              </a:rPr>
              <a:t>•  Medical pre-training helps vitals-based dx (2/4 DIRECT vs 1/4).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34495E"/>
                </a:solidFill>
                <a:latin typeface="Calibri"/>
              </a:rPr>
              <a:t>•  3 · Self-evaluation is inflated.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95E"/>
                </a:solidFill>
                <a:latin typeface="Calibri"/>
              </a:rPr>
              <a:t>•  Med42 scored itself 45 % DIRECT; Qwen3 judge cut it to 25 %.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95E"/>
                </a:solidFill>
                <a:latin typeface="Calibri"/>
              </a:rPr>
              <a:t>•  → A fixed third-party evaluator is methodologically essential.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34495E"/>
                </a:solidFill>
                <a:latin typeface="Calibri"/>
              </a:rPr>
              <a:t>•  4 · Neither model resolves CKD staging.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95E"/>
                </a:solidFill>
                <a:latin typeface="Calibri"/>
              </a:rPr>
              <a:t>•  0 % DIRECT on stage 2/3 for both — structural gap, not a model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Head-to-head: GPT-OSS wins 8, Med42 wins 2, tied on 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4495E"/>
                </a:solidFill>
                <a:latin typeface="Calibri"/>
              </a:rPr>
              <a:t>Per-disease highlights   ·   Metabolic Syndrome: GPT-OSS 83 % vs Med42 17 %   ·   Hypertension: GPT-OSS 25 % vs Med42 50 %   ·   IHD: GPT-OSS 75 % vs Med42 25 %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CMADS · Bachelor Thesis · Abdelrahman ·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Multi-Level Memory  ·  supervisor request</a:t>
            </a:r>
          </a:p>
          <a:p>
            <a:r>
              <a:rPr sz="1200" i="1">
                <a:solidFill>
                  <a:srgbClr val="ECF0F1"/>
                </a:solidFill>
                <a:latin typeface="Calibri"/>
              </a:rPr>
              <a:t>Four-tier memory layered on the existing LangGraph state  ·  MEMORY_ENABLED flag toggles for clean A/B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09728" cy="107899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051560"/>
            <a:ext cx="665683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24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35400"/>
                </a:solidFill>
                <a:latin typeface="Calibri"/>
              </a:rPr>
              <a:t>Tier 1 · 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70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7F8C8D"/>
                </a:solidFill>
                <a:latin typeface="Calibri"/>
              </a:rPr>
              <a:t>per-agent · invocation-local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4495E"/>
                </a:solidFill>
                <a:latin typeface="Calibri"/>
              </a:rPr>
              <a:t>Confidence trajectory + critique trail inside the Diagnostic adaptive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95144"/>
            <a:ext cx="109728" cy="10789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2295144"/>
            <a:ext cx="665683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Tier 2 · EPISODIC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140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7F8C8D"/>
                </a:solidFill>
                <a:latin typeface="Calibri"/>
              </a:rPr>
              <a:t>current run · in-state, persisted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5234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4495E"/>
                </a:solidFill>
                <a:latin typeface="Calibri"/>
              </a:rPr>
              <a:t>Typed timeline of events. Reviewer &amp; Refiner read the reasoning chain, not just final 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38728"/>
            <a:ext cx="109728" cy="107899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538728"/>
            <a:ext cx="665683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085"/>
                </a:solidFill>
                <a:latin typeface="Calibri"/>
              </a:rPr>
              <a:t>Tier 3 · 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7F8C8D"/>
                </a:solidFill>
                <a:latin typeface="Calibri"/>
              </a:rPr>
              <a:t>cross-session · on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4495E"/>
                </a:solidFill>
                <a:latin typeface="Calibri"/>
              </a:rPr>
              <a:t>Per-disease aggregate stats (DIRECT/INDIRECT/MISS, rank-1, evidence patterns) written by a new Stage 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82312"/>
            <a:ext cx="109728" cy="10789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4782312"/>
            <a:ext cx="665683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554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  <a:latin typeface="Calibri"/>
              </a:rPr>
              <a:t>Tier 4 · PROCEDURAL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9011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7F8C8D"/>
                </a:solidFill>
                <a:latin typeface="Calibri"/>
              </a:rPr>
              <a:t>long-term · static (existing Qdrant)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3951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4495E"/>
                </a:solidFill>
                <a:latin typeface="Calibri"/>
              </a:rPr>
              <a:t>NICE guidelines, now wrapped in a uniform recall(query) API so all four tiers feel the same.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051560"/>
            <a:ext cx="4617720" cy="5166360"/>
          </a:xfrm>
          <a:prstGeom prst="roundRect">
            <a:avLst/>
          </a:prstGeom>
          <a:solidFill>
            <a:srgbClr val="FEF9E7"/>
          </a:solidFill>
          <a:ln w="9525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18872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6608"/>
                </a:solidFill>
                <a:latin typeface="Calibri"/>
              </a:rPr>
              <a:t>Before / after on Batch 4 (n=20)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55448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F8C8D"/>
                </a:solidFill>
                <a:latin typeface="Calibri"/>
              </a:rPr>
              <a:t>GPT-OSS 120B · same pipeline · same Qwen3 judge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543800" y="2011680"/>
          <a:ext cx="4480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DIRECT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8/20 · 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9/20 · 45%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Found rate (D + I)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Avg time /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113s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114s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Rank-1 when found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4495E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543800" y="397764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+5 pp DIRECT, +10 pp Found-rate at no time cost.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57200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6608"/>
                </a:solidFill>
                <a:latin typeface="Calibri"/>
              </a:rPr>
              <a:t>What it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98348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4495E"/>
                </a:solidFill>
                <a:latin typeface="Calibri"/>
              </a:rPr>
              <a:t>•  Reviewer cites specific critique rounds from Diagnostic, not just final dx.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495E"/>
                </a:solidFill>
                <a:latin typeface="Calibri"/>
              </a:rPr>
              <a:t>•  Refiner reads cross-session priors for candidate diseases.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4495E"/>
                </a:solidFill>
                <a:latin typeface="Calibri"/>
              </a:rPr>
              <a:t>•  Each run consolidates outcomes into Tier-3 — next run starts smarter.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34495E"/>
                </a:solidFill>
                <a:latin typeface="Calibri"/>
              </a:rPr>
              <a:t>•  All four tiers covered by 24 unit tests.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6071616"/>
            <a:ext cx="6766560" cy="4114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All four tiers reached through one MemoryManager facade  ·  writes flow through LangGraph reducers  ·  no LLM coupling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CMADS · Bachelor Thesis · Abdelrahman · April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Status summary</a:t>
            </a:r>
          </a:p>
          <a:p>
            <a:r>
              <a:rPr sz="1200" i="1">
                <a:solidFill>
                  <a:srgbClr val="ECF0F1"/>
                </a:solidFill>
                <a:latin typeface="Calibri"/>
              </a:rPr>
              <a:t>Where the project stands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1064240" cy="44805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33832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B3A5C"/>
                </a:solidFill>
                <a:latin typeface="Calibri"/>
              </a:rP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Patients run end-to-end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7AE60"/>
                </a:solidFill>
                <a:latin typeface="Calibri"/>
              </a:rPr>
              <a:t>74 %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DIRECT diagnosis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3832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35400"/>
                </a:solidFill>
                <a:latin typeface="Calibri"/>
              </a:rPr>
              <a:t>88 %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4495E"/>
                </a:solidFill>
                <a:latin typeface="Calibri"/>
              </a:rPr>
              <a:t>Found rate (DIRECT + INDIRECT)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WHERE WE 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✓  7-agent LangGraph pipeline is stable — parallel Stage 1, adaptive Stage 2, adversarial Stage 3.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✓  Provider-agnostic LLM adapter — switching Groq ↔ Ollama ↔ OpenAI is one .env line.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✓  End-to-end evaluation against Synthea ground truth is reproducible and fully automated.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✓  Model comparison protocol validated on GPT-OSS vs Med42 (50 % vs 25 % DIRECT).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✓  160 / 270 verified patients processed · ~193 s / patient · ≈ $0.06 / patient on Groq.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85216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CMADS · Bachelor Thesis · Abdelrahman · April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