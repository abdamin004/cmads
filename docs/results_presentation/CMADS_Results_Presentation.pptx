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multi-level memory vs single-level baseline</a:t>
            </a:r>
          </a:p>
          <a:p>
            <a:r>
              <a:rPr sz="1300">
                <a:solidFill>
                  <a:srgbClr val="ECF0F1"/>
                </a:solidFill>
              </a:rPr>
              <a:t>Memory ON (n=100, batch_3 + batch_4) vs memory OFF (n=160, mas_results/)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Single-level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OFF · 160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73.1%   (117/160)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87.5%   (140/160)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12.5%   (20/160)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59.3%   (83/140)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ON · 100 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49.0%   (49/100)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95.0%   (95/100)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5.0%   (5/100)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65.3%   (62/95)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C0392B"/>
                </a:solidFill>
              </a:rPr>
              <a:t>-24.1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5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+7.5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19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-7.5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broadens recall (Found +7.5 pp, MISS −6.7 pp) but shifts confirmed matches into the related-but-not-exact bucket (DIRECT −24.1 pp). Different patient subsets per arm — comparison is descriptive, not a paired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