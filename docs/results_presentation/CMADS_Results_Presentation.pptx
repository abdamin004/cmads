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multi-level memory vs single-level baseline</a:t>
            </a:r>
          </a:p>
          <a:p>
            <a:r>
              <a:rPr sz="1300">
                <a:solidFill>
                  <a:srgbClr val="ECF0F1"/>
                </a:solidFill>
              </a:rPr>
              <a:t>Baseline pipeline (n=160) vs four-tier memory subsystem (n=160)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Single-level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Original pipeline · 160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59.3%   (83/140)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4-tier subsystem · 160 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52.5%   (84/160)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93.8%   (150/160)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6.2%   (10/160)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61.3%   (92/150)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C0392B"/>
                </a:solidFill>
              </a:rPr>
              <a:t>-20.6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+6.3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-6.3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broadens recall (Found +6.3 pp, MISS -6.3 pp) but shifts confirmed matches into the related-but-not-exact bucket (DIRECT -20.6 pp). Different patient subsets per arm — comparison is descriptive, not a paired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