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4378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38160" y="12527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247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Synthetic patient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356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Synthea → Bronze → Silver → Gold medallion pipeline; one cohort, no PHI.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207568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7-agent 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25856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EHR + Labs → diagnosis → review → refine → evaluate → NICE treatment.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89864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77063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Vector database (Qdrant)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081527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BioLORD-2023 embeddings of past cases + NICE guidelines; RAG at recall time.</a:t>
            </a:r>
          </a:p>
        </p:txBody>
      </p:sp>
      <p:sp>
        <p:nvSpPr>
          <p:cNvPr id="15" name="Oval 14"/>
          <p:cNvSpPr/>
          <p:nvPr/>
        </p:nvSpPr>
        <p:spPr>
          <a:xfrm>
            <a:off x="8138160" y="372160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9359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4-tier memory subsystem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90448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Working · Episodic · Semantic · Case-based — written every patient.</a:t>
            </a:r>
          </a:p>
        </p:txBody>
      </p:sp>
      <p:sp>
        <p:nvSpPr>
          <p:cNvPr id="18" name="Oval 17"/>
          <p:cNvSpPr/>
          <p:nvPr/>
        </p:nvSpPr>
        <p:spPr>
          <a:xfrm>
            <a:off x="8138160" y="454456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41655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Open-source LLMs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72744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GPT-OSS-120B reasoning + Qwen3-32B judge via Groq — reproducible under $30/1k.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53675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52395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Doctor-facing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5504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Agent inspector, similar-case browser, treatment-safety review, persisted verdicts.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 — multi-level memory vs single-level baseline</a:t>
            </a:r>
          </a:p>
          <a:p>
            <a:r>
              <a:rPr sz="1300">
                <a:solidFill>
                  <a:srgbClr val="ECF0F1"/>
                </a:solidFill>
              </a:rPr>
              <a:t>Baseline pipeline (n=160) vs four-tier memory subsystem (n=100)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Single-level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Original pipeline · 160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73.1%   (117/160)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87.5%   (140/160)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12.5%   (20/160)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59.3%   (83/140)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Multi-level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4-tier subsystem · 100 patients (batch_3 + batch_4)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49.0%   (49/100)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95.0%   (95/100)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5.0%   (5/100)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65.3%   (62/95)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(Multi-level − Single-level)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C0392B"/>
                </a:solidFill>
              </a:rPr>
              <a:t>-24.1 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5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+7.5 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19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-7.5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Memory broadens recall (Found +7.5 pp, MISS -7.5 pp) but shifts confirmed matches into the related-but-not-exact bucket (DIRECT -24.1 pp). Different patient subsets per arm — comparison is descriptive, not a paired test.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Where CMADS sits against the literature</a:t>
            </a:r>
          </a:p>
          <a:p>
            <a:r>
              <a:rPr sz="1300">
                <a:solidFill>
                  <a:srgbClr val="ECF0F1"/>
                </a:solidFill>
              </a:rPr>
              <a:t>Seven comparators · what they do, their result, and what they leave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AMIE (Tu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Conversational diagnostic AI; OSCE-style consultations.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Beat PCPs on 28/32 specialist axes (149 cases · 20 PCPs).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backbone · no doctor UI · no inspectable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AgentClinic (Schmidgall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Multimodal benchmark of LLM agents in simulated clinics.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Claude-3.5: 62.1% on AgentClinic-MedQA · PCPs 54%±28.5.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Benchmark of others, not a deployed pipeline · no treatment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4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MedAgents (Tang 2024, ACL)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Multi-agent CoT for zero-shot medical reasoning.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GPT-4: 86.7% avg on 9 MCQ benchmarks (MedQA 83.7%).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patient data · no memory · no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MDTeamGPT (Chen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Self-evolving MDT with CorrectKB + ChainKB.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90.1% on MedQA · 83.9% on PubMedQA.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end-to-end pipeline · no clinician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TAO (Kim 2025, ICML)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Tiered Agentic Oversight for healthcare safety.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+8.2% on 4/5 safety benchmarks · triage 40% → 60% w/ MDs.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Safety wrapper, not a diagnostic pipeline · no case-based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ClinicalLab (Yan 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Coordinator + Chief Physician across 11 departments.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Within ~5% of senior physicians on 1,500 real cases.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· no published memory subsystem · no doctor UI.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ZODIAC (Zhou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5-agent cardiology + clinician review.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Cardiologist-level on 7/8 metrics (qualitative).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Single specialty · no memory · no treatment plan · no open backbone.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263640"/>
            <a:ext cx="11521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Comparison is on multiple axes: cohort + headline + what each system leaves out. CMADS fills the union of those gaps.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