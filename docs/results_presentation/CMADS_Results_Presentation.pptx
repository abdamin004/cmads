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paired 160-patient memory A/B (McNemar)</a:t>
            </a:r>
          </a:p>
          <a:p>
            <a:r>
              <a:rPr sz="1300">
                <a:solidFill>
                  <a:srgbClr val="ECF0F1"/>
                </a:solidFill>
              </a:rPr>
              <a:t>Same 160 UUIDs run with single-level memory and multi-level memory; the controlled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26517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1F4E79"/>
                </a:solidFill>
              </a:rPr>
              <a:t>53.1%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DIRECT · single-level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051560"/>
            <a:ext cx="26517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D35400"/>
                </a:solidFill>
              </a:rPr>
              <a:t>52.5%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DIRECT · multi-level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26517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34495E"/>
                </a:solidFill>
              </a:rPr>
              <a:t>-0.6 pp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Paired Δ on DIRECT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051560"/>
            <a:ext cx="26517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C0392B"/>
                </a:solidFill>
              </a:rPr>
              <a:t>p = 1.00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Exact McNemar  ·  49 discordant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60604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Multi-level · 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Multi-level · not-DIRECT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Single-level · 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Single-level · not-DIRECT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2×2 paired contingency · diagonal = concordant, off-diagonal drives McNemar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606040"/>
            <a:ext cx="52120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846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142B4A"/>
                </a:solidFill>
              </a:rPr>
              <a:t>Reading the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08960"/>
            <a:ext cx="48463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50" b="0">
                <a:solidFill>
                  <a:srgbClr val="34495E"/>
                </a:solidFill>
              </a:rPr>
              <a:t>• Discordant pairs are virtually balanced: 25 only single-level, 24 only multi-level.
• Memory has no measurable effect on DIRECT at n=160 (p = 1.0).
• The earlier unpaired aggregate (73% vs 52%) was a cohort-selection artifact — the multi-level cohort is harder than the original baseline.
• Memory's effect lives in the wider differential, not in top-1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Wider-differential effect (unpaired aggregate, n=160 each)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806440"/>
            <a:ext cx="5394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97880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5897880"/>
            <a:ext cx="33832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</a:rPr>
              <a:t>87.5% → 93.8%   (+6.3 pp)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806440"/>
            <a:ext cx="5394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5897880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897880"/>
            <a:ext cx="33832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</a:rPr>
              <a:t>12.5% → 6.2%   (-6.3 pp)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