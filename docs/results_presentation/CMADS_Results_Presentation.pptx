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multi-level memory vs single-level baseline</a:t>
            </a:r>
          </a:p>
          <a:p>
            <a:r>
              <a:rPr sz="1300">
                <a:solidFill>
                  <a:srgbClr val="ECF0F1"/>
                </a:solidFill>
              </a:rPr>
              <a:t>Baseline pipeline (n=160) vs four-tier memory subsystem (n=100, batch_3 + batch_4)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Single-level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Original pipeline · 160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</a:rPr>
              <a:t>59.3%   (83/140)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· 100 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0312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49.0%   (49/100)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517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95.0%   (95/100)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0040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20040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5.0%   (5/100)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749039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D35400"/>
                </a:solidFill>
              </a:rPr>
              <a:t>65.3%   (62/95)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C0392B"/>
                </a:solidFill>
              </a:rPr>
              <a:t>-24.1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+7.5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-7.5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Memory broadens recall (Found +7.5 pp, MISS −6.7 pp) but shifts confirmed matches into the related-but-not-exact bucket (DIRECT −24.1 pp). Different patient subsets per arm — comparison is descriptive, not a paired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